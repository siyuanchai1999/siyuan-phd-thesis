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howGuides="1">
      <p:cViewPr varScale="1">
        <p:scale>
          <a:sx n="159" d="100"/>
          <a:sy n="159" d="100"/>
        </p:scale>
        <p:origin x="1902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9AD38-234F-1BDF-07BD-6160CB53E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8B54E-A6EE-A7BF-58FC-AD90E4D8E9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4003C-4F8E-926F-D379-AF9840583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380B-5A8D-4562-8300-974559DF300E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8E44F-3FD4-A3CD-B506-34C6A0428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BED8F-AEA7-E562-2F0F-C77946AA6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AC8-B6EF-4365-9E98-091903F74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286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99F1B-0D25-1263-4853-4E7A426E0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BB2B9-5EAA-2676-622C-675FBE83A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E43B3-448C-9A5E-C770-358759797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380B-5A8D-4562-8300-974559DF300E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8B43E-BC38-ADF2-FFE0-D4F00A28B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B972E-1591-A8CB-304D-5CEA56C6C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AC8-B6EF-4365-9E98-091903F74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953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9F571-88DA-0E83-713B-4D2374703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EEA11-DCBD-A60F-79D1-94EE529D3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49AF2-128A-A8CC-15A6-9A3852444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380B-5A8D-4562-8300-974559DF300E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2875E-1E39-CC61-A920-BCF34D013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C12D4-7913-AA8A-B0A7-258A691F5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AC8-B6EF-4365-9E98-091903F74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10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80130-48E7-22CC-A1F2-8057015E7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111D6-7832-A06A-B44D-F36FB98883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116071-8AC2-4770-78DA-AFD750379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4DB792-191B-4BFE-6E13-87294110D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380B-5A8D-4562-8300-974559DF300E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923B43-9895-58B0-76B2-336CF7C98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D37774-622E-5189-05B9-9AFB7B7E9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AC8-B6EF-4365-9E98-091903F74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75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C6983-69FC-453E-73A8-D9213E82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91E57-0063-2B16-8895-49D4E809A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183009-8B7B-DA0D-77A1-8B2B05FF7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71F5F4-7F07-00BA-58C6-76C37B824D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C5B84D-0D49-1C24-473B-CC3EAA2AA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573001-54DF-4CF5-306B-1F6D08ECC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380B-5A8D-4562-8300-974559DF300E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04CEC6-C534-DD9E-9BB4-5093E9C0C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A9D748-307E-151B-8F36-CF0D59C55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AC8-B6EF-4365-9E98-091903F74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448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40D12-96D0-FBBF-E19A-ECDF7CB6F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5D3DF4-5E5E-8CFE-7697-03E5B342A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380B-5A8D-4562-8300-974559DF300E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3876A5-696C-6E81-AE48-52667DBB0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23B0AE-34C5-8530-A43E-182AEF801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AC8-B6EF-4365-9E98-091903F74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266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4ABFB2-AC8C-FA1D-7C2E-E84ED0AB6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380B-5A8D-4562-8300-974559DF300E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E12A1-A1AE-0011-6D50-E4556700F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C7001-F369-3782-0785-65761870F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AC8-B6EF-4365-9E98-091903F74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55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C9476-3E4C-6C26-38EE-39F1150FA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58A09-E3F2-DC75-BA0C-4313E1598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4B93D3-28DC-3D37-535E-6D4502208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D1ED0C-580B-99BF-7632-D6C3F8D97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380B-5A8D-4562-8300-974559DF300E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40E84-3B67-B275-C6A2-9B8CE4D81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488D3-1045-AA2C-0FB7-256422D4A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AC8-B6EF-4365-9E98-091903F74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637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E9392-79AA-55F1-0AF3-682E1A2E6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08F80B-245A-DC7F-DFD5-A9CEFA42BB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91566-A3F8-C279-AF84-8AC4C182E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5C276-684A-09E1-D6E2-F71907D86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380B-5A8D-4562-8300-974559DF300E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62639-36FB-B0CD-68FA-AA21DF8D9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653E4-33E2-5E6A-32D7-961AB4BAA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AC8-B6EF-4365-9E98-091903F74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906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EF736-680E-E043-C5C5-244198061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89037D-70CA-40C0-94E4-1A30CD577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64029-3779-DCE1-96CF-69809F5E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380B-5A8D-4562-8300-974559DF300E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1E41C-2AF7-A294-B057-5B532C32B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C2C33-AA44-8E0D-A0F8-00FD1EC4A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AC8-B6EF-4365-9E98-091903F74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03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CA2DF-E452-FBB8-409F-17F02AEFD0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259443-F41E-01BD-9BD9-986D60E97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84B23-E75D-1A53-FD98-8E842FC54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380B-5A8D-4562-8300-974559DF300E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0CD37-0E9B-0CE1-FC60-8E6AF3325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43C40-4849-0257-BC52-00C23FD0F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AC8-B6EF-4365-9E98-091903F74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490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C7E99B-CEA8-CB70-F8AC-E5AAD5006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DED30-003B-63DF-F518-5E161C37A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22BD7-F9D7-C9EC-03D4-C170CB5C55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A380B-5A8D-4562-8300-974559DF300E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CB4A3-C667-EF58-B6B1-164DE5C644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F341D-A0F5-F051-84B7-2EEBE7D29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3BEAC8-B6EF-4365-9E98-091903F74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4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F0EA84F-B415-BFA9-8128-4E55CB134668}"/>
              </a:ext>
            </a:extLst>
          </p:cNvPr>
          <p:cNvSpPr/>
          <p:nvPr/>
        </p:nvSpPr>
        <p:spPr>
          <a:xfrm>
            <a:off x="7680176" y="3789040"/>
            <a:ext cx="3024336" cy="136815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/>
              <a:t>Disk Layout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862BF0-4888-AD10-BEC7-006553489B4C}"/>
              </a:ext>
            </a:extLst>
          </p:cNvPr>
          <p:cNvSpPr/>
          <p:nvPr/>
        </p:nvSpPr>
        <p:spPr>
          <a:xfrm>
            <a:off x="1271464" y="3789040"/>
            <a:ext cx="6336704" cy="136815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972A1B-89F2-E14B-0A0E-FAD2F3DE9B69}"/>
              </a:ext>
            </a:extLst>
          </p:cNvPr>
          <p:cNvSpPr/>
          <p:nvPr/>
        </p:nvSpPr>
        <p:spPr>
          <a:xfrm>
            <a:off x="1271464" y="1052736"/>
            <a:ext cx="9433048" cy="266429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Operating System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DF40B1F-1F9E-DCDD-3C8F-341BB357682A}"/>
              </a:ext>
            </a:extLst>
          </p:cNvPr>
          <p:cNvSpPr/>
          <p:nvPr/>
        </p:nvSpPr>
        <p:spPr>
          <a:xfrm>
            <a:off x="4871864" y="1700808"/>
            <a:ext cx="2448272" cy="7200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EMT Interface</a:t>
            </a:r>
          </a:p>
          <a:p>
            <a:pPr algn="ctr"/>
            <a:r>
              <a:rPr lang="en-US" altLang="zh-CN" dirty="0"/>
              <a:t>Essential &amp; Optimize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087CD75-6D48-0D32-9862-A03227B04DCA}"/>
              </a:ext>
            </a:extLst>
          </p:cNvPr>
          <p:cNvSpPr/>
          <p:nvPr/>
        </p:nvSpPr>
        <p:spPr>
          <a:xfrm>
            <a:off x="4871864" y="2852936"/>
            <a:ext cx="2448272" cy="7200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MMU Driver</a:t>
            </a:r>
          </a:p>
          <a:p>
            <a:pPr algn="ctr"/>
            <a:r>
              <a:rPr lang="en-US" dirty="0"/>
              <a:t>Radix, DMT, ECPT, etc.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F63198-58AA-FB0C-9855-090CF6805486}"/>
              </a:ext>
            </a:extLst>
          </p:cNvPr>
          <p:cNvSpPr/>
          <p:nvPr/>
        </p:nvSpPr>
        <p:spPr>
          <a:xfrm>
            <a:off x="4871864" y="3933056"/>
            <a:ext cx="2448272" cy="7200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MMU Hardware</a:t>
            </a:r>
          </a:p>
          <a:p>
            <a:pPr algn="ctr"/>
            <a:r>
              <a:rPr lang="en-US" dirty="0"/>
              <a:t>x86, ECPT, etc.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5D83030-19F5-BEB1-7057-ABD405614D30}"/>
              </a:ext>
            </a:extLst>
          </p:cNvPr>
          <p:cNvSpPr/>
          <p:nvPr/>
        </p:nvSpPr>
        <p:spPr>
          <a:xfrm>
            <a:off x="4727848" y="1556792"/>
            <a:ext cx="2736304" cy="1008112"/>
          </a:xfrm>
          <a:prstGeom prst="roundRect">
            <a:avLst/>
          </a:prstGeom>
          <a:noFill/>
          <a:ln w="254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3A4832-7FCE-5A9E-9772-D1C5B4B21833}"/>
              </a:ext>
            </a:extLst>
          </p:cNvPr>
          <p:cNvSpPr/>
          <p:nvPr/>
        </p:nvSpPr>
        <p:spPr>
          <a:xfrm>
            <a:off x="4727848" y="2708920"/>
            <a:ext cx="2736304" cy="2088232"/>
          </a:xfrm>
          <a:prstGeom prst="roundRect">
            <a:avLst/>
          </a:prstGeom>
          <a:noFill/>
          <a:ln w="254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35BE82E-FAA1-6EBD-3741-41757A16C560}"/>
              </a:ext>
            </a:extLst>
          </p:cNvPr>
          <p:cNvSpPr/>
          <p:nvPr/>
        </p:nvSpPr>
        <p:spPr>
          <a:xfrm>
            <a:off x="1775520" y="2852936"/>
            <a:ext cx="2448272" cy="7200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linux</a:t>
            </a:r>
            <a:r>
              <a:rPr lang="en-US" altLang="zh-CN" dirty="0"/>
              <a:t>/arch/*/mm/…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DD601F5-DF49-F157-991D-8BBD595B396E}"/>
              </a:ext>
            </a:extLst>
          </p:cNvPr>
          <p:cNvSpPr/>
          <p:nvPr/>
        </p:nvSpPr>
        <p:spPr>
          <a:xfrm>
            <a:off x="1775520" y="3933056"/>
            <a:ext cx="2448272" cy="7200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MMU Hardware</a:t>
            </a:r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EE22EAA-E1C5-5EA5-7D6F-D984AD2B6729}"/>
              </a:ext>
            </a:extLst>
          </p:cNvPr>
          <p:cNvSpPr/>
          <p:nvPr/>
        </p:nvSpPr>
        <p:spPr>
          <a:xfrm>
            <a:off x="1631504" y="1556792"/>
            <a:ext cx="2736304" cy="3240360"/>
          </a:xfrm>
          <a:prstGeom prst="roundRect">
            <a:avLst/>
          </a:prstGeom>
          <a:noFill/>
          <a:ln w="254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2F02CA2-4ECB-F558-BD46-33D06DE15428}"/>
              </a:ext>
            </a:extLst>
          </p:cNvPr>
          <p:cNvSpPr/>
          <p:nvPr/>
        </p:nvSpPr>
        <p:spPr>
          <a:xfrm>
            <a:off x="1775520" y="1700808"/>
            <a:ext cx="2448272" cy="7200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linux</a:t>
            </a:r>
            <a:r>
              <a:rPr lang="en-US" altLang="zh-CN" dirty="0"/>
              <a:t>/mm/…</a:t>
            </a:r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597BE6C-3D80-4B56-07EB-EC666D3F1382}"/>
              </a:ext>
            </a:extLst>
          </p:cNvPr>
          <p:cNvSpPr/>
          <p:nvPr/>
        </p:nvSpPr>
        <p:spPr>
          <a:xfrm>
            <a:off x="7968208" y="1700808"/>
            <a:ext cx="2448272" cy="7200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VFS Interface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1CEFCD5-7C43-0E78-FB66-77A628421100}"/>
              </a:ext>
            </a:extLst>
          </p:cNvPr>
          <p:cNvSpPr/>
          <p:nvPr/>
        </p:nvSpPr>
        <p:spPr>
          <a:xfrm>
            <a:off x="7968208" y="2852936"/>
            <a:ext cx="2448272" cy="7200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File Systems</a:t>
            </a:r>
          </a:p>
          <a:p>
            <a:pPr algn="ctr"/>
            <a:r>
              <a:rPr lang="en-US" dirty="0"/>
              <a:t>ext4, ext3, </a:t>
            </a:r>
            <a:r>
              <a:rPr lang="en-US" dirty="0" err="1"/>
              <a:t>BtrFS</a:t>
            </a:r>
            <a:r>
              <a:rPr lang="en-US" dirty="0"/>
              <a:t>, etc.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41F13AB-88BC-35AF-E75A-4A688AB30C59}"/>
              </a:ext>
            </a:extLst>
          </p:cNvPr>
          <p:cNvSpPr/>
          <p:nvPr/>
        </p:nvSpPr>
        <p:spPr>
          <a:xfrm>
            <a:off x="7968208" y="3933056"/>
            <a:ext cx="2448272" cy="7200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On-disk Data Structure</a:t>
            </a:r>
          </a:p>
          <a:p>
            <a:pPr algn="ctr"/>
            <a:r>
              <a:rPr lang="en-US" dirty="0"/>
              <a:t>Extents, </a:t>
            </a:r>
            <a:r>
              <a:rPr lang="en-US" altLang="zh-CN" dirty="0"/>
              <a:t>B+-Tree, etc.</a:t>
            </a:r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53C0718-7F2A-BA8F-E9CE-893065B9D148}"/>
              </a:ext>
            </a:extLst>
          </p:cNvPr>
          <p:cNvSpPr/>
          <p:nvPr/>
        </p:nvSpPr>
        <p:spPr>
          <a:xfrm>
            <a:off x="7824192" y="1556792"/>
            <a:ext cx="2736304" cy="1008112"/>
          </a:xfrm>
          <a:prstGeom prst="roundRect">
            <a:avLst/>
          </a:prstGeom>
          <a:noFill/>
          <a:ln w="254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8266AE9-3482-BAF5-BE98-24853CC58BBF}"/>
              </a:ext>
            </a:extLst>
          </p:cNvPr>
          <p:cNvSpPr/>
          <p:nvPr/>
        </p:nvSpPr>
        <p:spPr>
          <a:xfrm>
            <a:off x="7824192" y="2708920"/>
            <a:ext cx="2736304" cy="2088232"/>
          </a:xfrm>
          <a:prstGeom prst="roundRect">
            <a:avLst/>
          </a:prstGeom>
          <a:noFill/>
          <a:ln w="254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779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63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 Zhang</dc:creator>
  <cp:lastModifiedBy>J Zhang</cp:lastModifiedBy>
  <cp:revision>1</cp:revision>
  <dcterms:created xsi:type="dcterms:W3CDTF">2023-11-28T04:00:23Z</dcterms:created>
  <dcterms:modified xsi:type="dcterms:W3CDTF">2023-11-28T04:15:01Z</dcterms:modified>
</cp:coreProperties>
</file>