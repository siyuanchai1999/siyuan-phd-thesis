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72" autoAdjust="0"/>
    <p:restoredTop sz="94660"/>
  </p:normalViewPr>
  <p:slideViewPr>
    <p:cSldViewPr showGuides="1">
      <p:cViewPr>
        <p:scale>
          <a:sx n="400" d="100"/>
          <a:sy n="400" d="100"/>
        </p:scale>
        <p:origin x="-8970" y="288"/>
      </p:cViewPr>
      <p:guideLst>
        <p:guide orient="horz" pos="193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18E1-07C0-CDB4-27E3-EB934698A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F6261-924A-17AC-61FA-EFB2FB0F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25EE-0E88-0C4B-3050-B181D097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2F7D-7167-DB78-6AA9-938F6D50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71ED-436C-AF78-C4E5-7A35EB39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7A79-2346-C7E0-AC59-F550E3FF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CEEA-F7E2-33E2-C4D7-26C15D79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A5D2F-F84E-9097-0F14-C215AF84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8B7A-773D-8808-2235-C280F605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37A2-A53F-C98A-AFB6-B03BFA12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7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0F6A-BA4B-BC4B-5C55-EA081185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4F36-E213-CCB9-F902-38C66667E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CE6A-35E4-AD5E-D4D9-340CB3AA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6780-7EB8-1AC5-1258-1E328D22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541A-6C9F-21FC-7F9F-2148401F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7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5EA3-3E17-8381-BC63-4DE2564A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F03B-CD3D-1699-BB5C-BC721D55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EFFB8-3A61-1D45-1BED-8659AED9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272E-D0E3-3E04-D026-5BF895B6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BD3C-F74D-DE0E-927E-DED74A1F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7F76-D0AF-7DDC-5488-1E17574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5B5-7216-418B-3F87-128698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CC7B7-A2AC-EA3F-B1DB-A589E5E5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907F-8CE8-A63C-C79B-4CAE20C8C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5C1AA-DF29-BBCE-E244-91FF2E555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6D14C-C69D-538F-F0E9-1E0DDC64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6BB44-3A9A-83CF-0F8B-6D3EEC2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2385A-C95A-C099-B868-5EF50D5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D1C8A-A8AA-E77D-470A-4CCC2273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4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510-A827-D78C-FEB5-A3AA8CE9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8645B-8295-0AF5-9A83-D76437B9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9F280-7BD1-15C5-A379-618E53D6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C8087-EF9B-A1D6-3E80-3A7FC6B8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FA59E-6E0D-60CA-9E69-A022D38E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3467-1BC3-1061-EEB3-6DA24458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933D-E19E-642C-7101-759BA1EF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1A6A-5FD1-BA34-4D1E-F0DB4984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AB17-99B6-FBE1-8FE5-BBB0C37F5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B93A0-F101-0EC4-F2C3-33C43DCB0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61DD4-126B-40E3-ADA9-AB31A724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A1A9-7E2A-AFC6-17B4-9244D0D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EE352-002F-1566-B8BF-1B61E862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9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EB3-7673-CFF0-3218-25010F90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DB44C-80C3-67DC-8F9A-597C73F9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F1CA-6A4D-0F26-55B7-2E80FFCF0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7076A-ACBD-7E7F-581E-A2830B9D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9BC3-D80D-B453-C8A4-75C284AF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B192F-5CD0-AE92-B9C8-1AC19535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2BA-4384-6753-1666-24D104B6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01CB-FD76-FF44-BC57-3C5AF723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D922-78D7-8478-AFCC-466E2A34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1F98-CCC5-E6BF-5090-1086521D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17D3-102B-2F0D-0FE5-E9BC6677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07B1F-1AFD-7761-83AA-965B8318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37A2-EF36-6182-AAD4-23DF126A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D49AE-A6D7-2030-D499-DCB89679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4500-0A4D-4915-2475-E9FD1F6E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4CE2-F9C3-072B-736B-7E84CA2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7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03AEB-B6FE-8D2A-358B-E2FCFE92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A834F-A48B-FB8F-E969-EFA8B7C2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B75F-5C95-22ED-72D7-9B396016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A48FF-7479-4FAB-BEA4-7534FDC4E400}" type="datetimeFigureOut">
              <a:rPr lang="en-US" smtClean="0"/>
              <a:t>5/13/2023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6B55C-8982-783C-95F6-E220DDA98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1872-B954-8038-A321-58EEB3327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72DBA9BD-5C8C-2E27-EE00-476489E796F7}"/>
              </a:ext>
            </a:extLst>
          </p:cNvPr>
          <p:cNvSpPr txBox="1"/>
          <p:nvPr/>
        </p:nvSpPr>
        <p:spPr>
          <a:xfrm>
            <a:off x="911424" y="116632"/>
            <a:ext cx="10081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000" dirty="0">
                <a:latin typeface="Times" pitchFamily="2" charset="0"/>
              </a:rPr>
              <a:t>Before Rehash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6F4998-5EE0-2690-2937-8B1673B48E88}"/>
              </a:ext>
            </a:extLst>
          </p:cNvPr>
          <p:cNvSpPr/>
          <p:nvPr/>
        </p:nvSpPr>
        <p:spPr>
          <a:xfrm>
            <a:off x="839416" y="692696"/>
            <a:ext cx="50405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803755-C5A2-1E3C-D894-2ECCEDB33EB9}"/>
              </a:ext>
            </a:extLst>
          </p:cNvPr>
          <p:cNvSpPr/>
          <p:nvPr/>
        </p:nvSpPr>
        <p:spPr>
          <a:xfrm>
            <a:off x="839416" y="69269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56F0BC-7C7E-F6C8-82C6-C349A6D3ABB8}"/>
              </a:ext>
            </a:extLst>
          </p:cNvPr>
          <p:cNvSpPr/>
          <p:nvPr/>
        </p:nvSpPr>
        <p:spPr>
          <a:xfrm>
            <a:off x="839416" y="83671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393BE3-34ED-A6B0-B368-BE1225E1DD91}"/>
              </a:ext>
            </a:extLst>
          </p:cNvPr>
          <p:cNvSpPr/>
          <p:nvPr/>
        </p:nvSpPr>
        <p:spPr>
          <a:xfrm>
            <a:off x="839416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DC6BDF-EDCF-B22B-7875-5AD4B746A655}"/>
              </a:ext>
            </a:extLst>
          </p:cNvPr>
          <p:cNvSpPr/>
          <p:nvPr/>
        </p:nvSpPr>
        <p:spPr>
          <a:xfrm>
            <a:off x="839416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D3C709-F86E-D737-5A15-4A4B69979273}"/>
              </a:ext>
            </a:extLst>
          </p:cNvPr>
          <p:cNvSpPr/>
          <p:nvPr/>
        </p:nvSpPr>
        <p:spPr>
          <a:xfrm>
            <a:off x="1487488" y="692696"/>
            <a:ext cx="50405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B75162-6D15-D1C3-D8F5-49B8C18AB3C2}"/>
              </a:ext>
            </a:extLst>
          </p:cNvPr>
          <p:cNvSpPr/>
          <p:nvPr/>
        </p:nvSpPr>
        <p:spPr>
          <a:xfrm>
            <a:off x="1487488" y="69269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2F1797-1D58-5B8A-D73D-61C9F8FDDB64}"/>
              </a:ext>
            </a:extLst>
          </p:cNvPr>
          <p:cNvSpPr/>
          <p:nvPr/>
        </p:nvSpPr>
        <p:spPr>
          <a:xfrm>
            <a:off x="1487488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A83B78-1687-D053-9C5B-5D8ACF571528}"/>
              </a:ext>
            </a:extLst>
          </p:cNvPr>
          <p:cNvSpPr txBox="1"/>
          <p:nvPr/>
        </p:nvSpPr>
        <p:spPr>
          <a:xfrm>
            <a:off x="839416" y="476672"/>
            <a:ext cx="5040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Way 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A1304A-5F49-9975-93E4-E8019D97FB5B}"/>
              </a:ext>
            </a:extLst>
          </p:cNvPr>
          <p:cNvSpPr txBox="1"/>
          <p:nvPr/>
        </p:nvSpPr>
        <p:spPr>
          <a:xfrm>
            <a:off x="1487488" y="476672"/>
            <a:ext cx="5040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Way 2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9D86494-A5C5-7997-A675-0ADF3A395EE8}"/>
              </a:ext>
            </a:extLst>
          </p:cNvPr>
          <p:cNvCxnSpPr>
            <a:cxnSpLocks/>
            <a:stCxn id="66" idx="3"/>
            <a:endCxn id="5" idx="1"/>
          </p:cNvCxnSpPr>
          <p:nvPr/>
        </p:nvCxnSpPr>
        <p:spPr>
          <a:xfrm>
            <a:off x="695400" y="764356"/>
            <a:ext cx="144016" cy="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D45253C-9917-300A-B31D-744354353F85}"/>
              </a:ext>
            </a:extLst>
          </p:cNvPr>
          <p:cNvSpPr txBox="1"/>
          <p:nvPr/>
        </p:nvSpPr>
        <p:spPr>
          <a:xfrm>
            <a:off x="191344" y="610467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Rehash</a:t>
            </a:r>
          </a:p>
          <a:p>
            <a:pPr algn="ctr"/>
            <a:r>
              <a:rPr lang="en-US" sz="1000" dirty="0">
                <a:latin typeface="Times" pitchFamily="2" charset="0"/>
              </a:rPr>
              <a:t>Pointer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880FE3E-FB1E-B169-02ED-E4413D1D1A2E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1991544" y="764704"/>
            <a:ext cx="144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026A3B6-EE81-05CC-019A-2E039DCDED19}"/>
              </a:ext>
            </a:extLst>
          </p:cNvPr>
          <p:cNvCxnSpPr/>
          <p:nvPr/>
        </p:nvCxnSpPr>
        <p:spPr>
          <a:xfrm>
            <a:off x="2279576" y="18864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49502B4-A8DF-4AE8-4664-A0EFB9329D3C}"/>
              </a:ext>
            </a:extLst>
          </p:cNvPr>
          <p:cNvSpPr txBox="1"/>
          <p:nvPr/>
        </p:nvSpPr>
        <p:spPr>
          <a:xfrm>
            <a:off x="3359696" y="116632"/>
            <a:ext cx="10081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000" dirty="0">
                <a:latin typeface="Times" pitchFamily="2" charset="0"/>
              </a:rPr>
              <a:t>After Rehash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98977B5-0B87-510B-D988-0542506A78BE}"/>
              </a:ext>
            </a:extLst>
          </p:cNvPr>
          <p:cNvSpPr/>
          <p:nvPr/>
        </p:nvSpPr>
        <p:spPr>
          <a:xfrm>
            <a:off x="2567608" y="692696"/>
            <a:ext cx="50405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950C694-1644-2CA2-EFD6-A91195FD794D}"/>
              </a:ext>
            </a:extLst>
          </p:cNvPr>
          <p:cNvSpPr/>
          <p:nvPr/>
        </p:nvSpPr>
        <p:spPr>
          <a:xfrm>
            <a:off x="2567608" y="692696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A13807-AC8D-637B-6DA8-BCFD68E7D427}"/>
              </a:ext>
            </a:extLst>
          </p:cNvPr>
          <p:cNvSpPr/>
          <p:nvPr/>
        </p:nvSpPr>
        <p:spPr>
          <a:xfrm>
            <a:off x="2567608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CBB61C-A085-02B7-AF4F-B0C9E74DAA8E}"/>
              </a:ext>
            </a:extLst>
          </p:cNvPr>
          <p:cNvSpPr/>
          <p:nvPr/>
        </p:nvSpPr>
        <p:spPr>
          <a:xfrm>
            <a:off x="2567608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B733B50-B549-D4D3-BCC7-6B397421F837}"/>
              </a:ext>
            </a:extLst>
          </p:cNvPr>
          <p:cNvSpPr/>
          <p:nvPr/>
        </p:nvSpPr>
        <p:spPr>
          <a:xfrm>
            <a:off x="3215680" y="692696"/>
            <a:ext cx="504056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13CC5E2-3A29-C4D8-BC58-250242A7D9AD}"/>
              </a:ext>
            </a:extLst>
          </p:cNvPr>
          <p:cNvSpPr/>
          <p:nvPr/>
        </p:nvSpPr>
        <p:spPr>
          <a:xfrm>
            <a:off x="3215680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AEC9CB9-E713-4011-AF23-5A75A7FA95DD}"/>
              </a:ext>
            </a:extLst>
          </p:cNvPr>
          <p:cNvSpPr txBox="1"/>
          <p:nvPr/>
        </p:nvSpPr>
        <p:spPr>
          <a:xfrm>
            <a:off x="2567608" y="332656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Old</a:t>
            </a:r>
          </a:p>
          <a:p>
            <a:pPr algn="ctr"/>
            <a:r>
              <a:rPr lang="en-US" sz="1000" dirty="0">
                <a:latin typeface="Times" pitchFamily="2" charset="0"/>
              </a:rPr>
              <a:t>Way 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FA7E1BC-7DAA-3700-976B-BDA33B037A1D}"/>
              </a:ext>
            </a:extLst>
          </p:cNvPr>
          <p:cNvSpPr txBox="1"/>
          <p:nvPr/>
        </p:nvSpPr>
        <p:spPr>
          <a:xfrm>
            <a:off x="3215680" y="332656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Old</a:t>
            </a:r>
          </a:p>
          <a:p>
            <a:pPr algn="ctr"/>
            <a:r>
              <a:rPr lang="en-US" sz="1000" dirty="0">
                <a:latin typeface="Times" pitchFamily="2" charset="0"/>
              </a:rPr>
              <a:t>Way 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ED0B013-914D-686F-4BE4-A29B8DA01A64}"/>
              </a:ext>
            </a:extLst>
          </p:cNvPr>
          <p:cNvCxnSpPr>
            <a:cxnSpLocks/>
          </p:cNvCxnSpPr>
          <p:nvPr/>
        </p:nvCxnSpPr>
        <p:spPr>
          <a:xfrm>
            <a:off x="2423592" y="1186880"/>
            <a:ext cx="144016" cy="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0666900-4AA6-1370-6390-B27ED0331587}"/>
              </a:ext>
            </a:extLst>
          </p:cNvPr>
          <p:cNvCxnSpPr>
            <a:cxnSpLocks/>
          </p:cNvCxnSpPr>
          <p:nvPr/>
        </p:nvCxnSpPr>
        <p:spPr>
          <a:xfrm flipH="1">
            <a:off x="3719736" y="1196752"/>
            <a:ext cx="144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A7DD100-8654-113C-1CA9-3F55F6F9CCF7}"/>
              </a:ext>
            </a:extLst>
          </p:cNvPr>
          <p:cNvSpPr/>
          <p:nvPr/>
        </p:nvSpPr>
        <p:spPr>
          <a:xfrm>
            <a:off x="4007768" y="692696"/>
            <a:ext cx="504056" cy="144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6FCCF24-A75A-0D1C-3A3B-6F589CDF80FF}"/>
              </a:ext>
            </a:extLst>
          </p:cNvPr>
          <p:cNvSpPr/>
          <p:nvPr/>
        </p:nvSpPr>
        <p:spPr>
          <a:xfrm>
            <a:off x="4007768" y="69269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15BEA70-195A-D4A0-51E7-E3F1D3047CE1}"/>
              </a:ext>
            </a:extLst>
          </p:cNvPr>
          <p:cNvSpPr/>
          <p:nvPr/>
        </p:nvSpPr>
        <p:spPr>
          <a:xfrm>
            <a:off x="4007768" y="83671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0D7327D-A102-3C37-486D-821EF8363C72}"/>
              </a:ext>
            </a:extLst>
          </p:cNvPr>
          <p:cNvSpPr/>
          <p:nvPr/>
        </p:nvSpPr>
        <p:spPr>
          <a:xfrm>
            <a:off x="4007768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4D67D52-320C-A267-032F-EF843D46E866}"/>
              </a:ext>
            </a:extLst>
          </p:cNvPr>
          <p:cNvSpPr txBox="1"/>
          <p:nvPr/>
        </p:nvSpPr>
        <p:spPr>
          <a:xfrm>
            <a:off x="4007768" y="332656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New Way 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864E398-C0DC-FE35-0504-9B44F0EC61A9}"/>
              </a:ext>
            </a:extLst>
          </p:cNvPr>
          <p:cNvSpPr txBox="1"/>
          <p:nvPr/>
        </p:nvSpPr>
        <p:spPr>
          <a:xfrm>
            <a:off x="4655840" y="332656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New</a:t>
            </a:r>
          </a:p>
          <a:p>
            <a:pPr algn="ctr"/>
            <a:r>
              <a:rPr lang="en-US" sz="1000" dirty="0">
                <a:latin typeface="Times" pitchFamily="2" charset="0"/>
              </a:rPr>
              <a:t>Way 2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12B616A-8885-AA01-6740-6F81217F9A1C}"/>
              </a:ext>
            </a:extLst>
          </p:cNvPr>
          <p:cNvSpPr/>
          <p:nvPr/>
        </p:nvSpPr>
        <p:spPr>
          <a:xfrm>
            <a:off x="839416" y="98072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DCE9735-4B0E-F377-B661-A3746DD8F4BC}"/>
              </a:ext>
            </a:extLst>
          </p:cNvPr>
          <p:cNvSpPr/>
          <p:nvPr/>
        </p:nvSpPr>
        <p:spPr>
          <a:xfrm>
            <a:off x="839416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1E77375-7507-CC77-D235-19DC6E03F4BA}"/>
              </a:ext>
            </a:extLst>
          </p:cNvPr>
          <p:cNvSpPr/>
          <p:nvPr/>
        </p:nvSpPr>
        <p:spPr>
          <a:xfrm>
            <a:off x="1487488" y="83671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4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0D75DCB-C322-DC8E-5EBA-C52C19C36770}"/>
              </a:ext>
            </a:extLst>
          </p:cNvPr>
          <p:cNvSpPr/>
          <p:nvPr/>
        </p:nvSpPr>
        <p:spPr>
          <a:xfrm>
            <a:off x="1487488" y="98072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5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7268471-7E8D-70F6-2631-929AAF7CD575}"/>
              </a:ext>
            </a:extLst>
          </p:cNvPr>
          <p:cNvSpPr/>
          <p:nvPr/>
        </p:nvSpPr>
        <p:spPr>
          <a:xfrm>
            <a:off x="1487488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6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9E59AB6-41CF-A15A-BB8F-B74FFB216A66}"/>
              </a:ext>
            </a:extLst>
          </p:cNvPr>
          <p:cNvSpPr/>
          <p:nvPr/>
        </p:nvSpPr>
        <p:spPr>
          <a:xfrm>
            <a:off x="1487488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7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D824FD0-0F3D-987F-523B-F54671A428DE}"/>
              </a:ext>
            </a:extLst>
          </p:cNvPr>
          <p:cNvSpPr/>
          <p:nvPr/>
        </p:nvSpPr>
        <p:spPr>
          <a:xfrm>
            <a:off x="4007768" y="83671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6C7D187-D290-31BA-D142-180AB034916B}"/>
              </a:ext>
            </a:extLst>
          </p:cNvPr>
          <p:cNvSpPr/>
          <p:nvPr/>
        </p:nvSpPr>
        <p:spPr>
          <a:xfrm>
            <a:off x="2567608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B4E3EA3-4F0C-45ED-37F6-E81EE15C010C}"/>
              </a:ext>
            </a:extLst>
          </p:cNvPr>
          <p:cNvSpPr/>
          <p:nvPr/>
        </p:nvSpPr>
        <p:spPr>
          <a:xfrm>
            <a:off x="3215680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6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816C561-9658-755B-3CF3-580EC0897B90}"/>
              </a:ext>
            </a:extLst>
          </p:cNvPr>
          <p:cNvSpPr/>
          <p:nvPr/>
        </p:nvSpPr>
        <p:spPr>
          <a:xfrm>
            <a:off x="3215680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7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B3EFA17-BFF9-F6A8-D980-F532A9E084C0}"/>
              </a:ext>
            </a:extLst>
          </p:cNvPr>
          <p:cNvSpPr/>
          <p:nvPr/>
        </p:nvSpPr>
        <p:spPr>
          <a:xfrm>
            <a:off x="4007768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30B6C1C-424A-2A64-6972-3992FE9569AB}"/>
              </a:ext>
            </a:extLst>
          </p:cNvPr>
          <p:cNvSpPr/>
          <p:nvPr/>
        </p:nvSpPr>
        <p:spPr>
          <a:xfrm>
            <a:off x="4007768" y="155679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477114C-FB9E-B2BB-DC6A-56CA7D312ACA}"/>
              </a:ext>
            </a:extLst>
          </p:cNvPr>
          <p:cNvSpPr/>
          <p:nvPr/>
        </p:nvSpPr>
        <p:spPr>
          <a:xfrm>
            <a:off x="4007768" y="198884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C28CA45-A20A-17A8-A4B2-8D829C28E345}"/>
              </a:ext>
            </a:extLst>
          </p:cNvPr>
          <p:cNvSpPr/>
          <p:nvPr/>
        </p:nvSpPr>
        <p:spPr>
          <a:xfrm>
            <a:off x="4007768" y="184482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2252B3E-5572-509E-5F6A-165196DBAC5C}"/>
              </a:ext>
            </a:extLst>
          </p:cNvPr>
          <p:cNvSpPr/>
          <p:nvPr/>
        </p:nvSpPr>
        <p:spPr>
          <a:xfrm>
            <a:off x="4655840" y="692696"/>
            <a:ext cx="504056" cy="144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5ECA961-1326-B50E-7C2E-476910F86BB0}"/>
              </a:ext>
            </a:extLst>
          </p:cNvPr>
          <p:cNvSpPr/>
          <p:nvPr/>
        </p:nvSpPr>
        <p:spPr>
          <a:xfrm>
            <a:off x="4655840" y="69269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894F6DC-4FAF-DD92-EAFD-CDBE1BB10D06}"/>
              </a:ext>
            </a:extLst>
          </p:cNvPr>
          <p:cNvSpPr/>
          <p:nvPr/>
        </p:nvSpPr>
        <p:spPr>
          <a:xfrm>
            <a:off x="4655840" y="83671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38C0B55-317B-7355-F37C-E0EB6CBDA07F}"/>
              </a:ext>
            </a:extLst>
          </p:cNvPr>
          <p:cNvSpPr/>
          <p:nvPr/>
        </p:nvSpPr>
        <p:spPr>
          <a:xfrm>
            <a:off x="4007768" y="170080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4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CCC3DA6-FF90-89A6-FB3C-C6F115D59012}"/>
              </a:ext>
            </a:extLst>
          </p:cNvPr>
          <p:cNvSpPr/>
          <p:nvPr/>
        </p:nvSpPr>
        <p:spPr>
          <a:xfrm>
            <a:off x="4655840" y="141277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63BFB16-0F8C-CC4F-7C07-34D59336E647}"/>
              </a:ext>
            </a:extLst>
          </p:cNvPr>
          <p:cNvSpPr/>
          <p:nvPr/>
        </p:nvSpPr>
        <p:spPr>
          <a:xfrm>
            <a:off x="4655840" y="155679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74D727B-175C-2203-6A04-98D89842F457}"/>
              </a:ext>
            </a:extLst>
          </p:cNvPr>
          <p:cNvSpPr/>
          <p:nvPr/>
        </p:nvSpPr>
        <p:spPr>
          <a:xfrm>
            <a:off x="4655840" y="198884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F89A2BA1-4443-B91A-9C7C-6476D12F4CED}"/>
              </a:ext>
            </a:extLst>
          </p:cNvPr>
          <p:cNvSpPr/>
          <p:nvPr/>
        </p:nvSpPr>
        <p:spPr>
          <a:xfrm>
            <a:off x="4655840" y="170080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63D69CC-FC01-4678-EB61-04DA408CD7AE}"/>
              </a:ext>
            </a:extLst>
          </p:cNvPr>
          <p:cNvSpPr/>
          <p:nvPr/>
        </p:nvSpPr>
        <p:spPr>
          <a:xfrm>
            <a:off x="4655840" y="184482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83807A0-785C-CF9E-6351-2C3130172305}"/>
              </a:ext>
            </a:extLst>
          </p:cNvPr>
          <p:cNvSpPr/>
          <p:nvPr/>
        </p:nvSpPr>
        <p:spPr>
          <a:xfrm>
            <a:off x="2567608" y="836712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8C9CEB33-7B53-2A0D-5E1F-AA8BCB10ADC6}"/>
              </a:ext>
            </a:extLst>
          </p:cNvPr>
          <p:cNvSpPr/>
          <p:nvPr/>
        </p:nvSpPr>
        <p:spPr>
          <a:xfrm>
            <a:off x="3215680" y="692696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BB6F90D-FDFF-8534-55D4-193E0DF31A44}"/>
              </a:ext>
            </a:extLst>
          </p:cNvPr>
          <p:cNvSpPr/>
          <p:nvPr/>
        </p:nvSpPr>
        <p:spPr>
          <a:xfrm>
            <a:off x="3215680" y="836712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5DEA4A7-6A78-9162-15C9-461D0996B782}"/>
              </a:ext>
            </a:extLst>
          </p:cNvPr>
          <p:cNvSpPr/>
          <p:nvPr/>
        </p:nvSpPr>
        <p:spPr>
          <a:xfrm>
            <a:off x="4655840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14A44AF-97AD-0B05-CF7B-CF1CE0C47ED8}"/>
              </a:ext>
            </a:extLst>
          </p:cNvPr>
          <p:cNvSpPr/>
          <p:nvPr/>
        </p:nvSpPr>
        <p:spPr>
          <a:xfrm>
            <a:off x="4007768" y="98072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0146A8C-AF9B-AC52-166D-6CB4C04FAEB8}"/>
              </a:ext>
            </a:extLst>
          </p:cNvPr>
          <p:cNvSpPr/>
          <p:nvPr/>
        </p:nvSpPr>
        <p:spPr>
          <a:xfrm>
            <a:off x="4655840" y="98072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C5F8808-BB11-B286-168A-DCB01ADE7AF0}"/>
              </a:ext>
            </a:extLst>
          </p:cNvPr>
          <p:cNvSpPr/>
          <p:nvPr/>
        </p:nvSpPr>
        <p:spPr>
          <a:xfrm>
            <a:off x="4655840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Entry 5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1053C87-DD0D-C10D-1E13-1B6EBBD6859C}"/>
              </a:ext>
            </a:extLst>
          </p:cNvPr>
          <p:cNvSpPr/>
          <p:nvPr/>
        </p:nvSpPr>
        <p:spPr>
          <a:xfrm>
            <a:off x="2567608" y="980728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3951B7B-C2E3-7640-494B-0C1F0FF8FD25}"/>
              </a:ext>
            </a:extLst>
          </p:cNvPr>
          <p:cNvSpPr/>
          <p:nvPr/>
        </p:nvSpPr>
        <p:spPr>
          <a:xfrm>
            <a:off x="3215680" y="980728"/>
            <a:ext cx="504056" cy="1440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Moved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073970-5105-C2BD-E29A-ABBD3E7D73AC}"/>
              </a:ext>
            </a:extLst>
          </p:cNvPr>
          <p:cNvSpPr/>
          <p:nvPr/>
        </p:nvSpPr>
        <p:spPr>
          <a:xfrm>
            <a:off x="6888088" y="476672"/>
            <a:ext cx="648072" cy="1728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>
              <a:latin typeface="Times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2901C8-2C95-809E-CB33-9FECAC10C87D}"/>
              </a:ext>
            </a:extLst>
          </p:cNvPr>
          <p:cNvSpPr/>
          <p:nvPr/>
        </p:nvSpPr>
        <p:spPr>
          <a:xfrm>
            <a:off x="6888088" y="980728"/>
            <a:ext cx="648072" cy="144016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Entry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D73F44-C144-695B-3F52-DA3B96CB59FC}"/>
              </a:ext>
            </a:extLst>
          </p:cNvPr>
          <p:cNvSpPr/>
          <p:nvPr/>
        </p:nvSpPr>
        <p:spPr>
          <a:xfrm>
            <a:off x="6888088" y="836712"/>
            <a:ext cx="648072" cy="144016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9760EB-10D7-6D7E-7C76-93B25231D0CD}"/>
              </a:ext>
            </a:extLst>
          </p:cNvPr>
          <p:cNvSpPr txBox="1"/>
          <p:nvPr/>
        </p:nvSpPr>
        <p:spPr>
          <a:xfrm>
            <a:off x="6960096" y="800997"/>
            <a:ext cx="5040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C724EC-842F-5962-DB9A-20CECEB97254}"/>
              </a:ext>
            </a:extLst>
          </p:cNvPr>
          <p:cNvSpPr/>
          <p:nvPr/>
        </p:nvSpPr>
        <p:spPr>
          <a:xfrm>
            <a:off x="6888088" y="692696"/>
            <a:ext cx="648072" cy="144016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Entry 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155126-4F21-7E2C-C0F2-B55FC5C56BA3}"/>
              </a:ext>
            </a:extLst>
          </p:cNvPr>
          <p:cNvSpPr/>
          <p:nvPr/>
        </p:nvSpPr>
        <p:spPr>
          <a:xfrm>
            <a:off x="6888088" y="1412776"/>
            <a:ext cx="648072" cy="144016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Empty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F23D9D-E5AA-36C8-3484-82B56B04425B}"/>
              </a:ext>
            </a:extLst>
          </p:cNvPr>
          <p:cNvSpPr/>
          <p:nvPr/>
        </p:nvSpPr>
        <p:spPr>
          <a:xfrm>
            <a:off x="6888088" y="1268760"/>
            <a:ext cx="648072" cy="144016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B8EAFD-ED05-9A1B-2C73-864BD9D362E1}"/>
              </a:ext>
            </a:extLst>
          </p:cNvPr>
          <p:cNvSpPr txBox="1"/>
          <p:nvPr/>
        </p:nvSpPr>
        <p:spPr>
          <a:xfrm>
            <a:off x="6960096" y="1233045"/>
            <a:ext cx="5040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304199-1741-8E43-5AC6-43A7016B6A43}"/>
              </a:ext>
            </a:extLst>
          </p:cNvPr>
          <p:cNvSpPr/>
          <p:nvPr/>
        </p:nvSpPr>
        <p:spPr>
          <a:xfrm>
            <a:off x="6888088" y="1124744"/>
            <a:ext cx="648072" cy="144016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Empty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8A5DAA-D016-062B-478C-89BEF7172873}"/>
              </a:ext>
            </a:extLst>
          </p:cNvPr>
          <p:cNvSpPr/>
          <p:nvPr/>
        </p:nvSpPr>
        <p:spPr>
          <a:xfrm>
            <a:off x="6888088" y="1844824"/>
            <a:ext cx="648072" cy="144016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Entry 39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1A2622-B582-EEB8-B68C-1EF2EA844472}"/>
              </a:ext>
            </a:extLst>
          </p:cNvPr>
          <p:cNvSpPr/>
          <p:nvPr/>
        </p:nvSpPr>
        <p:spPr>
          <a:xfrm>
            <a:off x="6888088" y="1700808"/>
            <a:ext cx="648072" cy="144016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 sz="1000" dirty="0">
              <a:latin typeface="Times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336BD0-285D-1C8C-0EA6-D876A3BFE8AF}"/>
              </a:ext>
            </a:extLst>
          </p:cNvPr>
          <p:cNvSpPr txBox="1"/>
          <p:nvPr/>
        </p:nvSpPr>
        <p:spPr>
          <a:xfrm>
            <a:off x="6960096" y="1665093"/>
            <a:ext cx="50405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4AA036-9F76-75F5-9B4B-3A4562F5FD57}"/>
              </a:ext>
            </a:extLst>
          </p:cNvPr>
          <p:cNvSpPr/>
          <p:nvPr/>
        </p:nvSpPr>
        <p:spPr>
          <a:xfrm>
            <a:off x="6888088" y="1556792"/>
            <a:ext cx="648072" cy="144016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Entry 32</a:t>
            </a:r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6558919F-B72E-8098-EE9C-2D367FB12D14}"/>
              </a:ext>
            </a:extLst>
          </p:cNvPr>
          <p:cNvSpPr/>
          <p:nvPr/>
        </p:nvSpPr>
        <p:spPr>
          <a:xfrm>
            <a:off x="6744072" y="692696"/>
            <a:ext cx="72008" cy="432048"/>
          </a:xfrm>
          <a:prstGeom prst="leftBrace">
            <a:avLst>
              <a:gd name="adj1" fmla="val 75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CBEDF3-137B-B300-DCAE-DB733E6FA8F1}"/>
              </a:ext>
            </a:extLst>
          </p:cNvPr>
          <p:cNvSpPr txBox="1"/>
          <p:nvPr/>
        </p:nvSpPr>
        <p:spPr>
          <a:xfrm rot="16200000">
            <a:off x="6388968" y="847164"/>
            <a:ext cx="5760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Times" pitchFamily="2" charset="0"/>
              </a:rPr>
              <a:t>Cluster 1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19B7C141-B3E9-116A-368E-2131A8508598}"/>
              </a:ext>
            </a:extLst>
          </p:cNvPr>
          <p:cNvSpPr/>
          <p:nvPr/>
        </p:nvSpPr>
        <p:spPr>
          <a:xfrm>
            <a:off x="6744072" y="1124744"/>
            <a:ext cx="72008" cy="432048"/>
          </a:xfrm>
          <a:prstGeom prst="leftBrace">
            <a:avLst>
              <a:gd name="adj1" fmla="val 75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5B42FF-48DD-95D3-F4A9-9BA152EEE5D3}"/>
              </a:ext>
            </a:extLst>
          </p:cNvPr>
          <p:cNvSpPr txBox="1"/>
          <p:nvPr/>
        </p:nvSpPr>
        <p:spPr>
          <a:xfrm rot="16200000">
            <a:off x="6388968" y="1279212"/>
            <a:ext cx="5760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Times" pitchFamily="2" charset="0"/>
              </a:rPr>
              <a:t>Cluster 2</a:t>
            </a: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4EABB2E0-018C-1826-FE71-B800FECCC724}"/>
              </a:ext>
            </a:extLst>
          </p:cNvPr>
          <p:cNvSpPr/>
          <p:nvPr/>
        </p:nvSpPr>
        <p:spPr>
          <a:xfrm>
            <a:off x="6744072" y="1556792"/>
            <a:ext cx="72008" cy="432048"/>
          </a:xfrm>
          <a:prstGeom prst="leftBrace">
            <a:avLst>
              <a:gd name="adj1" fmla="val 75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DD86C0-6D9F-71B6-4437-6834918D23F9}"/>
              </a:ext>
            </a:extLst>
          </p:cNvPr>
          <p:cNvSpPr txBox="1"/>
          <p:nvPr/>
        </p:nvSpPr>
        <p:spPr>
          <a:xfrm rot="16200000">
            <a:off x="6388968" y="1711260"/>
            <a:ext cx="5760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Times" pitchFamily="2" charset="0"/>
              </a:rPr>
              <a:t>Cluster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E17C2C-2086-2F59-7070-81ADEA605344}"/>
              </a:ext>
            </a:extLst>
          </p:cNvPr>
          <p:cNvSpPr txBox="1"/>
          <p:nvPr/>
        </p:nvSpPr>
        <p:spPr>
          <a:xfrm>
            <a:off x="6888088" y="260648"/>
            <a:ext cx="6480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ECPT Way</a:t>
            </a:r>
          </a:p>
        </p:txBody>
      </p:sp>
    </p:spTree>
    <p:extLst>
      <p:ext uri="{BB962C8B-B14F-4D97-AF65-F5344CB8AC3E}">
        <p14:creationId xmlns:p14="http://schemas.microsoft.com/office/powerpoint/2010/main" val="143024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Zhang</dc:creator>
  <cp:lastModifiedBy>J Zhang</cp:lastModifiedBy>
  <cp:revision>4</cp:revision>
  <dcterms:created xsi:type="dcterms:W3CDTF">2023-05-13T08:26:12Z</dcterms:created>
  <dcterms:modified xsi:type="dcterms:W3CDTF">2023-05-13T09:21:14Z</dcterms:modified>
</cp:coreProperties>
</file>